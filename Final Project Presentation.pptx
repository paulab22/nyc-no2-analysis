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1"/>
    <p:restoredTop sz="92391"/>
  </p:normalViewPr>
  <p:slideViewPr>
    <p:cSldViewPr snapToGrid="0">
      <p:cViewPr varScale="1">
        <p:scale>
          <a:sx n="110" d="100"/>
          <a:sy n="110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66DE5-402D-D64A-A47A-0F145C279096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EE7CE-FCCA-7C41-80A3-D7AE75619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62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EE7CE-FCCA-7C41-80A3-D7AE75619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73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there is a categorical and a quantitative variable, I will be doing a difference in means hypothesis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EE7CE-FCCA-7C41-80A3-D7AE756196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98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My dataset is about the air quality in NYC from 2009-2023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my data is from </a:t>
            </a:r>
            <a:r>
              <a:rPr lang="en-US" dirty="0" err="1"/>
              <a:t>data.gov</a:t>
            </a:r>
            <a:endParaRPr lang="en-US" dirty="0"/>
          </a:p>
          <a:p>
            <a:endParaRPr lang="en-US" dirty="0"/>
          </a:p>
          <a:p>
            <a:r>
              <a:rPr lang="en-US" dirty="0"/>
              <a:t>some of the Cities with the highest NO2 levels:</a:t>
            </a:r>
          </a:p>
          <a:p>
            <a:pPr marL="171450" indent="-171450">
              <a:buFontTx/>
              <a:buChar char="-"/>
            </a:pPr>
            <a:r>
              <a:rPr lang="en-US" dirty="0"/>
              <a:t>Central Harlem</a:t>
            </a:r>
          </a:p>
          <a:p>
            <a:pPr marL="171450" indent="-171450">
              <a:buFontTx/>
              <a:buChar char="-"/>
            </a:pPr>
            <a:r>
              <a:rPr lang="en-US" dirty="0"/>
              <a:t>Gramercy Park</a:t>
            </a:r>
          </a:p>
          <a:p>
            <a:pPr marL="171450" indent="-171450">
              <a:buFontTx/>
              <a:buChar char="-"/>
            </a:pPr>
            <a:r>
              <a:rPr lang="en-US" dirty="0"/>
              <a:t>Manhattan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EE7CE-FCCA-7C41-80A3-D7AE756196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81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When I cleaned up my data, I grouped the “name” column and noticed that the dataset also had information about health effects of pollutants which was interesting to look at </a:t>
            </a:r>
          </a:p>
          <a:p>
            <a:pPr marL="171450" indent="-171450">
              <a:buFontTx/>
              <a:buChar char="-"/>
            </a:pPr>
            <a:r>
              <a:rPr lang="en-US" dirty="0"/>
              <a:t>I also summarized the mean values of each observation, and I arranged them in descending order to see which ones were higher and lower</a:t>
            </a:r>
          </a:p>
          <a:p>
            <a:pPr marL="171450" indent="-171450">
              <a:buFontTx/>
              <a:buChar char="-"/>
            </a:pPr>
            <a:r>
              <a:rPr lang="en-US" dirty="0"/>
              <a:t>After looking at the table, I decided to focus on NO2 levels specifically in the upper west side of Manhattan and queens village </a:t>
            </a:r>
          </a:p>
          <a:p>
            <a:pPr marL="171450" indent="-171450">
              <a:buFontTx/>
              <a:buChar char="-"/>
            </a:pPr>
            <a:r>
              <a:rPr lang="en-US" dirty="0"/>
              <a:t>After this, I filtered the NO2 values for both neighborhoods and I used this data to run the t test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EE7CE-FCCA-7C41-80A3-D7AE75619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83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Welch two sample t-test showed a p-value of 6.108e-10 which is less than 0.05, this means that there is enough statistical evidence that the NO2 levels in the upper west side and queen village differ significantly </a:t>
            </a:r>
          </a:p>
          <a:p>
            <a:r>
              <a:rPr lang="en-US" dirty="0"/>
              <a:t>- This could be due to a higher traffic density, building density, and maybe the use of residual oil boilers in the upper west side of Manhattan, which makes sense</a:t>
            </a:r>
          </a:p>
          <a:p>
            <a:r>
              <a:rPr lang="en-US" dirty="0"/>
              <a:t>- Queens village is still part of the city but they don’t have as much buildings or traffic on a daily basis, which results in lower NO2 levels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EE7CE-FCCA-7C41-80A3-D7AE75619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63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Obstacles: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city names were not fitting on the graph, so I had to do some research on how to change the angle of the names and add it to my code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CE144-6400-6240-AB76-76B03F8C79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4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672207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9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0189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07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6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8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51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018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8800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4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7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6492B90-5BB0-A940-9966-8CA23A5E01A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C524F0E0-9FE1-C746-A6A0-86651D01ECC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805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94F8A-19B2-F402-7D58-76E3D2045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532" y="2598334"/>
            <a:ext cx="7766936" cy="10969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merican Typewriter" panose="02090604020004020304" pitchFamily="18" charset="77"/>
              </a:rPr>
              <a:t>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EEAB2-F2E8-4FF0-7274-CCD70BE48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532" y="3695234"/>
            <a:ext cx="7766936" cy="555034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Arima Koshi" pitchFamily="2" charset="77"/>
                <a:cs typeface="Arima Koshi" pitchFamily="2" charset="77"/>
              </a:rPr>
              <a:t>By: Paula Buitrago</a:t>
            </a:r>
          </a:p>
        </p:txBody>
      </p:sp>
    </p:spTree>
    <p:extLst>
      <p:ext uri="{BB962C8B-B14F-4D97-AF65-F5344CB8AC3E}">
        <p14:creationId xmlns:p14="http://schemas.microsoft.com/office/powerpoint/2010/main" val="1117459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08E0-BFFF-1B77-D180-5BD47E62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622" y="1930797"/>
            <a:ext cx="9376803" cy="2996405"/>
          </a:xfrm>
        </p:spPr>
        <p:txBody>
          <a:bodyPr>
            <a:noAutofit/>
          </a:bodyPr>
          <a:lstStyle/>
          <a:p>
            <a:pPr algn="ctr"/>
            <a:r>
              <a:rPr lang="en-US" sz="6600" cap="none" dirty="0">
                <a:latin typeface="Angsana New" panose="02020603050405020304" pitchFamily="18" charset="-34"/>
                <a:cs typeface="Angsana New" panose="02020603050405020304" pitchFamily="18" charset="-34"/>
              </a:rPr>
              <a:t>Do NO₂ levels differ significantly between the Upper West Side and Queens Village in NYC?</a:t>
            </a:r>
          </a:p>
        </p:txBody>
      </p:sp>
    </p:spTree>
    <p:extLst>
      <p:ext uri="{BB962C8B-B14F-4D97-AF65-F5344CB8AC3E}">
        <p14:creationId xmlns:p14="http://schemas.microsoft.com/office/powerpoint/2010/main" val="128421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7AB66F-C967-5B56-7CF2-6BFBD55FF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6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39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B2576-CFA0-8D39-4D53-B93AA75C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912" y="551985"/>
            <a:ext cx="9601200" cy="14859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+mn-ea"/>
                <a:cs typeface="+mn-cs"/>
              </a:rPr>
              <a:t>Statistical Analysis: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98406C-2668-AF27-3801-9100D3401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615" y="1561170"/>
            <a:ext cx="4870769" cy="490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5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8B815-D632-DAFF-6B4F-0E17E7CE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483" y="572120"/>
            <a:ext cx="9601200" cy="1485900"/>
          </a:xfrm>
        </p:spPr>
        <p:txBody>
          <a:bodyPr/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merican Typewriter" panose="02090604020004020304" pitchFamily="18" charset="77"/>
                <a:ea typeface="+mn-ea"/>
                <a:cs typeface="+mn-cs"/>
              </a:rPr>
              <a:t>Results: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A8029D-C278-7A99-63B7-B34668101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800" y="1901903"/>
            <a:ext cx="8890400" cy="382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2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D052-D436-962A-23BE-05C9BACC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685801"/>
            <a:ext cx="3855720" cy="2157884"/>
          </a:xfrm>
        </p:spPr>
        <p:txBody>
          <a:bodyPr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merican Typewriter" panose="02090604020004020304" pitchFamily="18" charset="77"/>
              </a:rPr>
              <a:t>Obstacles: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C62C9-2A34-49A4-E8BD-806F1E7EB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020" y="813422"/>
            <a:ext cx="5212080" cy="190264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ma Koshi" pitchFamily="2" charset="77"/>
                <a:cs typeface="Arima Koshi" pitchFamily="2" charset="77"/>
              </a:rPr>
              <a:t>Adjusting the box plot’s dimensions to fit all the city names. 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Arima Koshi" pitchFamily="2" charset="77"/>
              <a:cs typeface="Arima Koshi" pitchFamily="2" charset="77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ma Koshi" pitchFamily="2" charset="77"/>
                <a:cs typeface="Arima Koshi" pitchFamily="2" charset="77"/>
              </a:rPr>
              <a:t>Debugging syntax errors in the data analysis process. </a:t>
            </a: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Arima Koshi" pitchFamily="2" charset="77"/>
              <a:cs typeface="Arima Koshi" pitchFamily="2" charset="77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8779F7-AF03-13DF-0D16-9DD7BA228B0D}"/>
              </a:ext>
            </a:extLst>
          </p:cNvPr>
          <p:cNvSpPr txBox="1">
            <a:spLocks/>
          </p:cNvSpPr>
          <p:nvPr/>
        </p:nvSpPr>
        <p:spPr>
          <a:xfrm>
            <a:off x="425012" y="3703167"/>
            <a:ext cx="4453496" cy="21578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4000"/>
              </a:lnSpc>
              <a:spcBef>
                <a:spcPct val="0"/>
              </a:spcBef>
              <a:buNone/>
              <a:defRPr sz="48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merican Typewriter" panose="02090604020004020304" pitchFamily="18" charset="77"/>
              </a:rPr>
              <a:t>Future steps: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99455C-C2F8-5F76-867D-95337A012DA5}"/>
              </a:ext>
            </a:extLst>
          </p:cNvPr>
          <p:cNvSpPr txBox="1">
            <a:spLocks/>
          </p:cNvSpPr>
          <p:nvPr/>
        </p:nvSpPr>
        <p:spPr>
          <a:xfrm>
            <a:off x="6256020" y="3791409"/>
            <a:ext cx="5212080" cy="2260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ma Koshi" pitchFamily="2" charset="77"/>
                <a:cs typeface="Arima Koshi" pitchFamily="2" charset="77"/>
              </a:rPr>
              <a:t>Analyze seasonal or annual trends in NO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Arima Koshi" pitchFamily="2" charset="77"/>
                <a:cs typeface="Arima Koshi" pitchFamily="2" charset="77"/>
              </a:rPr>
              <a:t>2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ma Koshi" pitchFamily="2" charset="77"/>
                <a:cs typeface="Arima Koshi" pitchFamily="2" charset="77"/>
              </a:rPr>
              <a:t> levels.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ma Koshi" pitchFamily="2" charset="77"/>
                <a:cs typeface="Arima Koshi" pitchFamily="2" charset="77"/>
              </a:rPr>
              <a:t>Compare NO</a:t>
            </a:r>
            <a:r>
              <a:rPr lang="en-US" baseline="-25000" dirty="0">
                <a:solidFill>
                  <a:schemeClr val="accent1">
                    <a:lumMod val="50000"/>
                  </a:schemeClr>
                </a:solidFill>
                <a:latin typeface="Arima Koshi" pitchFamily="2" charset="77"/>
                <a:cs typeface="Arima Koshi" pitchFamily="2" charset="77"/>
              </a:rPr>
              <a:t>2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ma Koshi" pitchFamily="2" charset="77"/>
                <a:cs typeface="Arima Koshi" pitchFamily="2" charset="77"/>
              </a:rPr>
              <a:t> levels before and after COVID lockdowns.</a:t>
            </a:r>
          </a:p>
          <a:p>
            <a:pPr>
              <a:buFont typeface="Wingdings" pitchFamily="2" charset="2"/>
              <a:buChar char="v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ma Koshi" pitchFamily="2" charset="77"/>
                <a:cs typeface="Arima Koshi" pitchFamily="2" charset="77"/>
              </a:rPr>
              <a:t>Incorporating data on traffic patterns, building emissions, and weather data.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A8DE97-3FC0-0A9C-7135-9F0765F601E2}"/>
              </a:ext>
            </a:extLst>
          </p:cNvPr>
          <p:cNvCxnSpPr>
            <a:cxnSpLocks/>
          </p:cNvCxnSpPr>
          <p:nvPr/>
        </p:nvCxnSpPr>
        <p:spPr>
          <a:xfrm>
            <a:off x="0" y="3156563"/>
            <a:ext cx="121920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01500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{2E98A2EA-3A53-2246-A732-FF7B71CA30CB}tf10001072</Template>
  <TotalTime>2838</TotalTime>
  <Words>384</Words>
  <Application>Microsoft Macintosh PowerPoint</Application>
  <PresentationFormat>Widescreen</PresentationFormat>
  <Paragraphs>36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American Typewriter</vt:lpstr>
      <vt:lpstr>Angsana New</vt:lpstr>
      <vt:lpstr>Arima Koshi</vt:lpstr>
      <vt:lpstr>Calibri</vt:lpstr>
      <vt:lpstr>Franklin Gothic Book</vt:lpstr>
      <vt:lpstr>Wingdings</vt:lpstr>
      <vt:lpstr>Crop</vt:lpstr>
      <vt:lpstr>Final Project</vt:lpstr>
      <vt:lpstr>Do NO₂ levels differ significantly between the Upper West Side and Queens Village in NYC?</vt:lpstr>
      <vt:lpstr>PowerPoint Presentation</vt:lpstr>
      <vt:lpstr>Statistical Analysis: </vt:lpstr>
      <vt:lpstr>Results:</vt:lpstr>
      <vt:lpstr>Obstacles: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</dc:title>
  <dc:creator>Paula Buitrago</dc:creator>
  <cp:lastModifiedBy>Paula Buitrago</cp:lastModifiedBy>
  <cp:revision>3</cp:revision>
  <dcterms:created xsi:type="dcterms:W3CDTF">2025-05-01T19:59:52Z</dcterms:created>
  <dcterms:modified xsi:type="dcterms:W3CDTF">2025-05-05T22:11:09Z</dcterms:modified>
</cp:coreProperties>
</file>